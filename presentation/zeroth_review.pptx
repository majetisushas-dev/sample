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Evidence-Calibrated Self-Correcting RAG for Hallucination-Resistant Question Answering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Zeroth review — proposed work</a:t>
            </a:r>
            <a:br/>
            <a:r>
              <a:t>[Member 1 name] · [Member 2 name] · [Member 3 name]</a:t>
            </a:r>
            <a:br/>
            <a:r>
              <a:t>[Institution] · [Guide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A fluent QA system may answer from weak or conflicting passages.</a:t>
            </a:r>
            <a:br/>
            <a:r>
              <a:t>Grounded scenario: an educational assistant cites a nearby passage that does not support its date claim.</a:t>
            </a:r>
            <a:br/>
            <a:r>
              <a:t>We propose to expose evidence, calibrate confidence, and abstain.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Problem statement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Build a local CPU question-answering pipeline for a bounded public corpus.</a:t>
            </a:r>
            <a:br/>
            <a:r>
              <a:t>Distinguish retrieval relevance, evidence support, and answer correctness.</a:t>
            </a:r>
            <a:br/>
            <a:r>
              <a:t>Exclude paid APIs, publication guarantees, and claims of eliminating hallucination.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Objectives and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RQ1: Will verification plus bounded feedback improve correctness/support?</a:t>
            </a:r>
            <a:br/>
            <a:r>
              <a:t>RQ2: Will calibration improve ECE and Brier score?</a:t>
            </a:r>
            <a:br/>
            <a:r>
              <a:t>RQ3: Can abstention lower risk at reported coverage and cost?</a:t>
            </a:r>
            <a:br/>
            <a:r>
              <a:t>RQ4: Which components contribute most?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Verified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RAG: Lewis et al., NeurIPS 2020.</a:t>
            </a:r>
            <a:br/>
            <a:r>
              <a:t>DPR: Karpukhin et al., EMNLP 2020, DOI 10.18653/v1/2020.emnlp-main.550.</a:t>
            </a:r>
            <a:br/>
            <a:r>
              <a:t>Self-RAG: Asai et al., ICLR 2024.</a:t>
            </a:r>
            <a:br/>
            <a:r>
              <a:t>CRAG: Yan et al., arXiv:2401.15884.</a:t>
            </a:r>
            <a:br/>
            <a:r>
              <a:t>Calibration: Guo et al., ICML 2017.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Research gap and proposed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Existing components do not automatically yield calibrated, supported answers on a laptop.</a:t>
            </a:r>
            <a:br/>
            <a:r>
              <a:t>We propose a transparent bounded policy, logged evidence changes, a locally trained verifier, and selective evaluation.</a:t>
            </a:r>
            <a:br/>
            <a:r>
              <a:t>Contribution is engineering integration and evaluation—not a claimed new learning algorithm.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Question → sparse+dense retrieval → evidence selection → candidate</a:t>
            </a:r>
            <a:br/>
            <a:r>
              <a:t>→ verifier → one/two retrieval-changing corrections</a:t>
            </a:r>
            <a:br/>
            <a:r>
              <a:t>→ correctness calibration → cited answer or abstention.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Workflow and stopping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Retrieve and generate deterministically.</a:t>
            </a:r>
            <a:br/>
            <a:r>
              <a:t>Score claims against cited chunks.</a:t>
            </a:r>
            <a:br/>
            <a:r>
              <a:t>If insufficient, reformulate once and retrieve new evidence.</a:t>
            </a:r>
            <a:br/>
            <a:r>
              <a:t>Stop on support, repeated query, or round budget.</a:t>
            </a:r>
            <a:br/>
            <a:r>
              <a:t>Log rankings, candidates, scores, citations, reasons, and latency.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Training and CPU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Will freeze retrieval/generation choices before calibration.</a:t>
            </a:r>
            <a:br/>
            <a:r>
              <a:t>Will train a compact evidence-support classifier and final calibrator on disjoint data.</a:t>
            </a:r>
            <a:br/>
            <a:r>
              <a:t>Target: Python 3.11, 8–16 GB RAM, Windows CPU.</a:t>
            </a:r>
            <a:br/>
            <a:r>
              <a:t>A small extractive fallback will protect schedule.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Dataset, baselines,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Primary plan: SQuAD 2.0 bounded context corpus with documented license.</a:t>
            </a:r>
            <a:br/>
            <a:r>
              <a:t>B0 closed book; B1 BM25; B2 hybrid; B3 correction; B4 calibrated abstention.</a:t>
            </a:r>
            <a:br/>
            <a:r>
              <a:t>EM/F1, Recall@k, citation checks, ECE/Brier, risk–coverage, latency/RAM.</a:t>
            </a:r>
            <a:br/>
            <a:r>
              <a:t>Question-level paired bootstrap; locked test IDs.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Scope, deliverables, exclusions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Planned: source, trained artifact, results folder, local dashboard, six-page paper, and editable PPTX.</a:t>
            </a:r>
            <a:br/>
            <a:r>
              <a:t>Excluded: paid APIs, mandatory GPU fine-tuning, full-Wikipedia claims, and fabricated human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SDG 4: better evidence visibility may support access to educational information.</a:t>
            </a:r>
            <a:br/>
            <a:r>
              <a:t>SDG 9: reproducible CPU research infrastructure supports local innovation.</a:t>
            </a:r>
            <a:br/>
            <a:r>
              <a:t>These are mechanisms of relevance, not measured societal impacts.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Three-member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Member 1: dataset engineering, retrieval, baselines.</a:t>
            </a:r>
            <a:br/>
            <a:r>
              <a:t>Member 2: verifier training, calibration, correction policy.</a:t>
            </a:r>
            <a:br/>
            <a:r>
              <a:t>Member 3: dashboard, experiment reporting, documentation, integration.</a:t>
            </a:r>
            <a:br/>
            <a:r>
              <a:t>All: evaluation review, manuscript, reproducibility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Eight-week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W1 scope/licensing → W2 corpus/retrieval → W3 generator/smoke test</a:t>
            </a:r>
            <a:br/>
            <a:r>
              <a:t>→ W4 verifier → W5 correction/calibration → W6 locked evaluation</a:t>
            </a:r>
            <a:br/>
            <a:r>
              <a:t>→ W7 dashboard/results/paper → W8 audit, review, contingency.</a:t>
            </a:r>
            <a:br/>
            <a:r>
              <a:t>Dependencies: frozen splits before fitting; frozen pipeline before calibration.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D6C6"/>
                </a:solidFill>
              </a:defRPr>
            </a:pPr>
            <a:r>
              <a:t>Expected outcomes, risks,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1F8"/>
                </a:solidFill>
              </a:defRPr>
            </a:pPr>
            <a:r>
              <a:t>Expected: runnable CPU prototype, real learned component, transparent abstention curves.</a:t>
            </a:r>
            <a:br/>
            <a:r>
              <a:t>Risks: weak generation, domain shift, low calibration positives, runtime.</a:t>
            </a:r>
            <a:br/>
            <a:r>
              <a:t>Success: reproducible matched-ID evaluation and honest failure reporting—not a promised accuracy percentage.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1A0B2"/>
                </a:solidFill>
              </a:defRPr>
            </a:pPr>
            <a:r>
              <a:t>Proposal-stage zeroth review · slide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